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33333"/>
                </a:solidFill>
                <a:latin typeface="微软雅黑"/>
              </a:defRPr>
            </a:pPr>
            <a:r>
              <a:t>AI 带来的范式转移</a:t>
            </a:r>
          </a:p>
          <a:p>
            <a:pPr algn="l">
              <a:spcBef>
                <a:spcPts val="2000"/>
              </a:spcBef>
              <a:defRPr sz="2800">
                <a:solidFill>
                  <a:srgbClr val="666666"/>
                </a:solidFill>
                <a:latin typeface="微软雅黑"/>
              </a:defRPr>
            </a:pPr>
            <a:r>
              <a:t>中石油勘探院油气开采研究所智能化转型战略思考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从"感知"到"认知"：AI 能力的跃迁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传统 AI vs 现代大模型：能力边界的突破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【传统 AI：感知智能时代】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擅长：图像识别、语音转文字、数据分类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局限：单点任务、缺乏推理、无法理解复杂上下文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比喻：像一名训练有素的技工，只会特定工序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【现代大模型：认知智能时代】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▎自主感知：多源数据融合理解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同时处理地震数据、测井曲线、生产日志、文献资料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案例：昆仑大模型可同时解析文本、图像、时序数据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▎复杂推理：从"是什么"到"为什么"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逻辑链推理：从异常征兆 → 根因分析 → 处置建议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案例：钻井风险预警准确率提升至93.8%（新疆油田）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▎目标规划：从被动响应到主动决策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自动生成开发方案、优化井位部署、预测产量趋势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案例：大庆油田产量预测准确度达90.74%，效率提升10倍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智能体（Agent）：从"工具"到"同事"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【什么是智能体？】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具备"感知-决策-执行-学习"闭环能力的 AI 系统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不再是被动等待指令，而是主动理解目标并规划行动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【勘探院场景的智能体应用】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▎地质力学参数计算智能体（石化工程院）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功能：语言指令驱动的高效精准计算与知识查询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效果：效率提升2倍以上，算法调用准确率95%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▎钻井提速优化智能体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功能：对话式风险处置、钻井优化、资料查询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效果：风险处置措施与专家符合率&gt;80%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▎钻井设计多智能体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功能：20分钟内生成钻井设计整体方案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效果：效率提升5倍，人工修正率&lt;15%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【本质变化】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从"人找工具"到"工具找人"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从"菜单操作"到"对话交互"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范式转移的本质：从第三范式到第四范式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【科学研究的四种范式】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第一范式：经验归纳（实验科学）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第二范式：理论推演（模型科学）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第三范式：计算模拟（仿真科学）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第四范式：数据密集型科学发现（AI科学）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【油气行业的范式转移】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▎传统模式（第三范式）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基于物理方程的数值模拟（油藏数模、地震反演）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局限：计算周期长、参数调优依赖经验、难以全局最优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▎新模式（第四范式）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数据驱动 + 知识增强 + 智能决策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优势：实时响应、自主学习、跨领域协同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【关键突破点】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地震资料处理：昆仑大模型将波动方程求解效率提升10倍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储层预测：50亿参数地震解释大模型，效率提升10倍以上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走滑断裂识别：碳酸盐岩储层识别精度大幅提升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【行业共识】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中国石油：PetroAI（700亿参数）、昆仑大模型（3000亿参数）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中国石化：长城大模型、"胜小利"认知大模型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中国海油："海能"人工智能平台接入DeepSeek-R1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核心价值主张：AI 赋能的三大解放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解放一：专家生产力的彻底释放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【现状痛点】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专家60-70%时间消耗在：文献检索、数据整理、报告编写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重复性工作挤压了创造性思考空间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【AI 解决方案】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▎智能文献助手（PetroAI已沉淀30万份文献）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多模态文档智能解析：文字、表格、公式、专业图件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知识图谱检索增强：超20万三元组覆盖油藏动态分析、CCUS等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效果：文献综述时间从数天缩短至数小时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▎智能报告生成（大庆"油博士"平台）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自动提取多源数据、规范术语、修订语言逻辑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覆盖地质、测井、开发、经营多领域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效果：报告编制效率提升60%以上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▎智能代码生成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自然语言描述 → 自动生成Python/Matlab代码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算法调用准确率95%，效率提升2倍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【释放的价值】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专家时间从"事务性工作"转向"战略性创新"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新人培养周期从5-8年缩短至3-5年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解放二：跨学科数据壁垒的打破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【现状痛点】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地震、地质、钻井、开发、生产"数据孤岛"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学科壁垒导致决策片面，难以全局最优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【AI 解决方案】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▎统一数据语义标准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中石油建立14项行业级、11项专业级、48项场景级数据标准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昆仑大模型数据集规模达550TB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▎多模态数据融合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文本 + 图像 + 时序 + 空间数据统一编码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跨模态对齐技术实现语义关联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▎认知计算平台（勘探院6B平台）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知识图谱 + 自然语言处理 + 机器学习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支撑跨学科知识体系的构建、计算和应用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【典型应用场景】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地质工程一体化：地震数据+钻压采信息实时融合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数模建模一体化：地质建模→数值模拟无缝衔接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生产优化协同：油藏-井筒-地面全流程优化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【效果】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长庆油田：基于"数据-算法-业务"三元耦合，实现从局部优化到全局最优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解放三：全局最优决策的实现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【传统决策模式】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经验驱动：依赖专家直觉，难以量化评估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单点优化：各环节独立决策，缺乏全局视角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响应滞后：数模计算周期长，错过最佳时机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【AI 驱动的智能决策】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▎实时决策支持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快速代理模型替代传统数模：从数周缩短至分钟级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强化学习实现动态优化：井网层系与配产配注自动调整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▎风险预警与预测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钻井风险：卡钻、漏失、溢流提前预警（准确率&gt;90%）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设备故障：预测性维护，非计划停机减少30%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▎数字孪生仿真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构建油气藏-井筒-地面全流程数字孪生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方案设计→虚拟验证→优化调整→实施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【标杆案例】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新疆油田：异常工况诊断准确率93.8%，减少作业维护费用20%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苏里格气田：综合递减率从32%降至7%，稳产6年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涪陵页岩气：累计产量超1亿m³平台达9个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"一把手工程"：战略级决策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为什么必须是"一把手工程"？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【AI 转型的特殊性】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▎跨部门协同难度大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涉及科研、生产、IT、管理多部门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需要打破部门墙，统筹数据资源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只有一把手能协调全局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▎战略投资规模大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算力建设：昆仑大模型高峰算力达1950P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数据治理：550TB数据集、数万条标注标准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人才队伍：需要培养复合型AI人才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▎组织变革深度高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从"经验驱动"到"数据驱动"的文化转变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工作流程重构：智能体替代传统岗位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考核体系调整：从"工作量"到"价值量"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【"一把手工程"的核心作用】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定方向：明确AI战略优先级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配资源：算力、数据、人才、资金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破壁垒：推动跨部门协同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担风险：容忍试错，鼓励创新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决定未来十年核心竞争力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【行业竞争态势】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国际油服巨头：斯伦贝塞、哈里伯顿已布局AI+数字孪生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国内"三桶油"：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→ 中石油：昆仑大模型、PetroAI、认知计算平台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→ 中石化：长城大模型、"胜小利"、60个AI场景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→ 中海油："海能"平台接入DeepSeek-R1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【不拥抱AI的后果】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效率劣势：传统方法效率仅为AI方法的1/5-1/10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人才流失：年轻科研人员流向数智化领先企业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决策滞后：错失勘探开发最佳时机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成本劣势：单井开发成本差距拉大10-15%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【拥抱AI的战略价值】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技术领先：抢占"AI+油气"技术制高点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人才高地：吸引顶尖AI+地学复合人才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决策优势：实时全局优化，快速响应市场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成本优势：降本增效，提升竞争力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【时间窗口】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AI技术迭代周期：6-12个月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落后一步，可能永远追不上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现在布局，才能在未来十年保持领先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勘探院的行动路径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【已具备的基础】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2020年成立人工智能研究中心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2023年发布PetroAI（700亿参数）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承建集团公司"认知计算平台"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沉淀30万份文献、50TB数据、20万+知识三元组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【未来三年行动建议】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▎第一阶段（2025）：夯实地基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完成全院数据资产盘点与标准化治理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建设勘探院专属智能算力中心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启动10个高价值AI场景试点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▎第二阶段（2026-2027）：规模推广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覆盖80%核心业务领域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建成数字孪生气田示范区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培养100名AI+油气复合型人才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▎第三阶段（2028-2030）：智能引领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实现勘探开发全流程智能化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建成国家级油气AI创新中心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成为中石油数智化转型标杆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33333"/>
                </a:solidFill>
                <a:latin typeface="微软雅黑"/>
              </a:defRPr>
            </a:pPr>
            <a:r>
              <a:t>拥抱 AI，赢得未来</a:t>
            </a:r>
          </a:p>
          <a:p>
            <a:pPr algn="l">
              <a:spcBef>
                <a:spcPts val="2000"/>
              </a:spcBef>
              <a:defRPr sz="2800">
                <a:solidFill>
                  <a:srgbClr val="666666"/>
                </a:solidFill>
                <a:latin typeface="微软雅黑"/>
              </a:defRPr>
            </a:pPr>
            <a:r>
              <a:t>以范式转移引领油气开采智能化新征程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