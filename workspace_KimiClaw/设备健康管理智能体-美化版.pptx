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8288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设备健康管理智能体</a:t>
            </a:r>
          </a:p>
          <a:p>
            <a:pPr>
              <a:spcBef>
                <a:spcPts val="2000"/>
              </a:spcBef>
              <a:defRPr sz="2800">
                <a:solidFill>
                  <a:srgbClr val="0099FF"/>
                </a:solidFill>
              </a:defRPr>
            </a:pPr>
            <a:r>
              <a:t>PHM Agent 完整解决方案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