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66CC"/>
                </a:solidFill>
                <a:latin typeface="微软雅黑"/>
              </a:defRPr>
            </a:pPr>
            <a:r>
              <a:t>OpenClaw智能体：构建勘探院"数字研究员"新范式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  <a:latin typeface="微软雅黑"/>
              </a:defRPr>
            </a:pPr>
            <a:r>
              <a:t>从文献洞察到工程决策的AI赋能实践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  <a:latin typeface="微软雅黑"/>
              </a:defRPr>
            </a:pPr>
            <a:r>
              <a:t>景德镇市国家级制造业数字化转型促进中心</a:t>
            </a:r>
            <a:br/>
            <a:r>
              <a:t>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  <a:latin typeface="微软雅黑"/>
              </a:defRPr>
            </a:pPr>
            <a:r>
              <a:t>1. 为什么现在是"养龙虾"的最佳时机？</a:t>
            </a:r>
            <a:br/>
            <a:br/>
            <a:r>
              <a:t>2. OpenClaw是什么？能动手做事的AI管家</a:t>
            </a:r>
            <a:br/>
            <a:br/>
            <a:r>
              <a:t>3. 六大应用场景：从文献到工程</a:t>
            </a:r>
            <a:br/>
            <a:br/>
            <a:r>
              <a:t>4. 与梦想云的协同：不是竞争是互补</a:t>
            </a:r>
            <a:br/>
            <a:br/>
            <a:r>
              <a:t>5. 落地路径与政策支持</a:t>
            </a:r>
            <a:br/>
            <a:br/>
            <a:r>
              <a:t>6. 下一步行动计划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科研面临的"效率悖论"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  <a:latin typeface="微软雅黑"/>
              </a:defRPr>
            </a:pPr>
            <a:r>
              <a:t>Nature 2023调研显示科研人员时间分配：</a:t>
            </a:r>
            <a:br/>
            <a:br/>
            <a:r>
              <a:t>• 文献检索占时 30%</a:t>
            </a:r>
            <a:br/>
            <a:r>
              <a:t>• 数据整理占时 25%</a:t>
            </a:r>
            <a:br/>
            <a:r>
              <a:t>• 代码编写占时 15%</a:t>
            </a:r>
            <a:br/>
            <a:r>
              <a:t>• 行政事务占时 10%</a:t>
            </a:r>
            <a:br/>
            <a:br/>
            <a:r>
              <a:t>【核心痛点】</a:t>
            </a:r>
            <a:br/>
            <a:r>
              <a:t>真正用于核心创新工作仅占 30%</a:t>
            </a:r>
            <a:br/>
            <a:r>
              <a:t>70%的时间被重复性劳动占据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286000"/>
            <a:ext cx="4114800" cy="2743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70%</a:t>
            </a:r>
            <a:br/>
            <a:r>
              <a:t>时间被</a:t>
            </a:r>
            <a:br/>
            <a:r>
              <a:t>重复劳动</a:t>
            </a:r>
            <a:br/>
            <a:r>
              <a:t>占据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OpenClaw：从"顾问"到"实习生"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【传统AI助手】                    【OpenClaw龙虾】</a:t>
            </a:r>
            <a:br/>
            <a:br/>
            <a:r>
              <a:t>• 你问它答，被动响应          • 你派任务，主动执行</a:t>
            </a:r>
            <a:br/>
            <a:br/>
            <a:r>
              <a:t>• 只能给建议，不能操作        • 直接操作Petrel/Eclipse</a:t>
            </a:r>
            <a:br/>
            <a:br/>
            <a:r>
              <a:t>• 数据上云端                  • 本地部署，数据不出院</a:t>
            </a:r>
            <a:br/>
            <a:br/>
            <a:r>
              <a:t>• 通用能力，不懂石油          • 可训练石油专业技能包</a:t>
            </a:r>
            <a:br/>
            <a:br/>
            <a:br/>
            <a:r>
              <a:t>"它不是ChatGPT那样的顾问，而是能24小时干活的实习生"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六大应用场景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📚 文献情报智能中枢     🧪 智能实验设计AI优化</a:t>
            </a:r>
            <a:br/>
            <a:r>
              <a:t>💻 代码自动化工厂         📊 多模态数据融合  </a:t>
            </a:r>
            <a:br/>
            <a:r>
              <a:t>⚙️ 科研流程自动化         🧠 专家知识传承</a:t>
            </a:r>
            <a:br/>
            <a:br/>
            <a:r>
              <a:t>文献综述 2个月→1周  |  建模效率 ↑5-10倍  |  培养周期 3年→1年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场景一：文献情报智能中枢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【工作流程】</a:t>
            </a:r>
            <a:br/>
            <a:r>
              <a:t>语音输入 → 自动检索多数据库 → 解析PDF图表 → 生成技术路线图</a:t>
            </a:r>
            <a:br/>
            <a:br/>
            <a:r>
              <a:t>【效果对比】</a:t>
            </a:r>
            <a:br/>
            <a:r>
              <a:t>传统：2周检索 + 1周解析 + 1月撰写 = 2-3个月</a:t>
            </a:r>
            <a:br/>
            <a:r>
              <a:t>OpenClaw：20分钟 + 2小时 + 1周 = 1周内完成</a:t>
            </a:r>
            <a:br/>
            <a:br/>
            <a:r>
              <a:t>文献覆盖率提升65%，综述周期缩短85%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场景二：智能实验设计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【痛点】建模准备周期：3-6个月</a:t>
            </a:r>
            <a:br/>
            <a:br/>
            <a:r>
              <a:t>【方案】</a:t>
            </a:r>
            <a:br/>
            <a:r>
              <a:t>• 自动生成三维地质模型</a:t>
            </a:r>
            <a:br/>
            <a:r>
              <a:t>• 贝叶斯优化压裂液配方</a:t>
            </a:r>
            <a:br/>
            <a:r>
              <a:t>• AI预测EOR化学剂分子结构</a:t>
            </a:r>
            <a:br/>
            <a:br/>
            <a:r>
              <a:t>【效果】</a:t>
            </a:r>
            <a:br/>
            <a:r>
              <a:t>建模周期缩短85%，试错实验减少40%，筛选效率提升1000倍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场景三：代码自动化工厂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【自然语言输入】</a:t>
            </a:r>
            <a:br/>
            <a:r>
              <a:t>"建塔河油田缝洞型油藏模型，基质渗透率10mD，裂缝带1000mD"</a:t>
            </a:r>
            <a:br/>
            <a:br/>
            <a:r>
              <a:t>【自动生成】</a:t>
            </a:r>
            <a:br/>
            <a:r>
              <a:t>• Eclipse/Petrel输入文件</a:t>
            </a:r>
            <a:br/>
            <a:r>
              <a:t>• 参数说明文档</a:t>
            </a:r>
            <a:br/>
            <a:br/>
            <a:r>
              <a:t>代码编写时间↓80%  建模效率↑5-10倍  历史拟合↓70%  格式转换天→分钟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与梦想云：互补而非竞争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【梦想云】          【OpenClaw】</a:t>
            </a:r>
            <a:br/>
            <a:r>
              <a:t>数据湖（存数据）    智能体（用数据）</a:t>
            </a:r>
            <a:br/>
            <a:r>
              <a:t>专业软件集成        自动化操作</a:t>
            </a:r>
            <a:br/>
            <a:r>
              <a:t>圈闭管理            自动报告预警</a:t>
            </a:r>
            <a:br/>
            <a:br/>
            <a:r>
              <a:t>梦想云解决"数据怎么存"，OpenClaw解决"数据怎么用"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三阶段落地路径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【第1-3月】试点验证</a:t>
            </a:r>
            <a:br/>
            <a:r>
              <a:t>选1个实验室，部署文献+代码工具</a:t>
            </a:r>
            <a:br/>
            <a:br/>
            <a:r>
              <a:t>【第4-9月】规模推广</a:t>
            </a:r>
            <a:br/>
            <a:r>
              <a:t>扩展至地震/测井/油藏三线</a:t>
            </a:r>
            <a:br/>
            <a:br/>
            <a:r>
              <a:t>【第10-12月】生态建设</a:t>
            </a:r>
            <a:br/>
            <a:r>
              <a:t>输出标准化产品，申报国家示范工程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政策支持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【深圳龙岗】零成本启动，采购补贴40%，单家最高200万</a:t>
            </a:r>
            <a:br/>
            <a:br/>
            <a:r>
              <a:t>【无锡高新区】工业大模型50万，机器人/智能质检最高500万</a:t>
            </a:r>
            <a:br/>
            <a:br/>
            <a:r>
              <a:t>【集团内部】昆仑大模型生态专项资金优先扶持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下一步行动计划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【立即行动】</a:t>
            </a:r>
            <a:br/>
            <a:r>
              <a:t>1. 选择1位即将退休专家，启动知识库试点</a:t>
            </a:r>
            <a:br/>
            <a:r>
              <a:t>2. 签署MOU，明确试点范围与考核指标</a:t>
            </a:r>
            <a:br/>
            <a:r>
              <a:t>3. 2周内完成环境部署与培训</a:t>
            </a:r>
            <a:br/>
            <a:br/>
            <a:r>
              <a:t>"先试点，低成本验证，3个月见分晓"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  <a:latin typeface="微软雅黑"/>
              </a:defRPr>
            </a:pPr>
            <a:r>
              <a:t>感谢聆听，期待合作！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  <a:latin typeface="微软雅黑"/>
              </a:defRPr>
            </a:pPr>
            <a:r>
              <a:t>景德镇市国家级制造业数字化转型促进中心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5486400"/>
            <a:ext cx="1371600" cy="7315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64008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微软雅黑"/>
              </a:defRPr>
            </a:pPr>
            <a:r>
              <a:t>未来，因潮澎湃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