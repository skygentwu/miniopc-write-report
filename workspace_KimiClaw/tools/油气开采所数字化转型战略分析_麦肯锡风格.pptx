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B70"/>
                </a:solidFill>
                <a:latin typeface="Times New Roman"/>
              </a:defRPr>
            </a:pPr>
            <a:r>
              <a:t>油气开采所数字化转型战略分析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t>中石油勘探院油气开采所 · 智能体架构与实施路径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1828800" cy="38100"/>
          </a:xfrm>
          <a:prstGeom prst="rect">
            <a:avLst/>
          </a:prstGeom>
          <a:noFill/>
          <a:ln w="381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Arial"/>
              </a:defRPr>
            </a:pPr>
            <a:r>
              <a:t>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17920"/>
            <a:ext cx="3047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机密 · 仅供内部讨论使用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B0B0B0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70"/>
                </a:solidFill>
                <a:latin typeface="Times New Roman"/>
              </a:defRPr>
            </a:pPr>
            <a:r>
              <a:t>油气开采所现状诊断与核心痛点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7760"/>
            <a:ext cx="3657600" cy="25400"/>
          </a:xfrm>
          <a:prstGeom prst="rect">
            <a:avLst/>
          </a:prstGeom>
          <a:noFill/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业务现状：五大核心业务板块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Arial"/>
              </a:defRPr>
            </a:pPr>
            <a:r>
              <a:t>• 油藏工程：剩余油分布预测、开发方案优化（关键瓶颈：地质模型精度不足）</a:t>
            </a:r>
            <a:br/>
            <a:r>
              <a:t>• 采油工程：举升工艺优化、注水方案设计（关键瓶颈：工况诊断依赖经验）</a:t>
            </a:r>
            <a:br/>
            <a:r>
              <a:t>• 采气工程：气井产能预测、积液诊断（关键瓶颈：多气藏类型差异大）</a:t>
            </a:r>
            <a:br/>
            <a:r>
              <a:t>• 提高采收率：化学驱方案优化、调剖堵水（关键瓶颈：物理模拟周期长）</a:t>
            </a:r>
            <a:br/>
            <a:r>
              <a:t>• 数字油气田：数据治理、智能应用（关键瓶颈：系统孤岛严重）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Arial"/>
              </a:defRPr>
            </a:pPr>
            <a:r>
              <a:t>关键洞察</a:t>
            </a:r>
            <a:br/>
            <a:r>
              <a:t>→ 核心技术需求：机理模型与数据驱动融合</a:t>
            </a:r>
            <a:br/>
            <a:r>
              <a:t>→ 数据资产：20年历史数据，但利用率不足30%</a:t>
            </a:r>
            <a:br/>
            <a:r>
              <a:t>→ 专家依赖：80%决策依赖老师傅经验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三大核心痛点分析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Arial"/>
              </a:defRPr>
            </a:pPr>
            <a:r>
              <a:t>• 痛点一：专家经验传承断层 — 老师傅退休，隐性知识流失，新员工培养周期3-5年</a:t>
            </a:r>
            <a:br/>
            <a:r>
              <a:t>• 痛点二：数据孤岛与异构 — SCADA、MES、ERP系统互不连通，数据标准不统一</a:t>
            </a:r>
            <a:br/>
            <a:r>
              <a:t>• 痛点三：决策响应速度慢 — 从问题发现到方案生成平均需2-4周，错失最佳调整窗口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Arial"/>
              </a:defRPr>
            </a:pPr>
            <a:r>
              <a:t>关键洞察</a:t>
            </a:r>
            <a:br/>
            <a:r>
              <a:t>→ 量化影响：专家依赖导致决策一致性问题</a:t>
            </a:r>
            <a:br/>
            <a:r>
              <a:t>→ 系统割裂导致数据重复录入，效率损失40%</a:t>
            </a:r>
            <a:br/>
            <a:r>
              <a:t>→ 响应延迟导致单井产量损失5-15%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B0B0B0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70"/>
                </a:solidFill>
                <a:latin typeface="Times New Roman"/>
              </a:defRPr>
            </a:pPr>
            <a:r>
              <a:t>多智能体架构设计方案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7760"/>
            <a:ext cx="3657600" cy="25400"/>
          </a:xfrm>
          <a:prstGeom prst="rect">
            <a:avLst/>
          </a:prstGeom>
          <a:noFill/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整体架构：云+端双虾协作模式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Arial"/>
              </a:defRPr>
            </a:pPr>
            <a:r>
              <a:t>• 云端虾（智能大脑）：24小时在线，负责行业情报、案例研究、报告生成</a:t>
            </a:r>
            <a:br/>
            <a:r>
              <a:t>• 本地虾（执行终端）：部署在院所内网，操作本地系统、访问核心数据、对接现有软件</a:t>
            </a:r>
            <a:br/>
            <a:r>
              <a:t>• 协作机制：飞书文档作为数据中台，云端生成→本地执行→结果回传</a:t>
            </a:r>
            <a:br/>
            <a:r>
              <a:t>• 安全设计：数据不出域，敏感操作本地完成，公有云仅处理公开信息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Arial"/>
              </a:defRPr>
            </a:pPr>
            <a:r>
              <a:t>关键洞察</a:t>
            </a:r>
            <a:br/>
            <a:r>
              <a:t>→ 核心原则：视觉即感知、数据不出域、技能即插件</a:t>
            </a:r>
            <a:br/>
            <a:r>
              <a:t>→ 韧性设计：任一节点故障，任务自动降级或转移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六大智能体角色定义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Arial"/>
              </a:defRPr>
            </a:pPr>
            <a:r>
              <a:t>• 油藏智能体：地质模型自动更新、剩余油预测、开发方案推荐</a:t>
            </a:r>
            <a:br/>
            <a:r>
              <a:t>• 工况诊断智能体：实时监测、异常预警、故障根因分析</a:t>
            </a:r>
            <a:br/>
            <a:r>
              <a:t>• 工艺优化智能体：举升参数优化、注水方案生成、能耗分析</a:t>
            </a:r>
            <a:br/>
            <a:r>
              <a:t>• 知识管理智能体：文献检索、经验沉淀、SOP自动生成</a:t>
            </a:r>
            <a:br/>
            <a:r>
              <a:t>• 数据治理智能体：数据质量检测、标准对齐、异常清洗</a:t>
            </a:r>
            <a:br/>
            <a:r>
              <a:t>• 决策支持智能体：多方案对比、风险评估、效果预测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Arial"/>
              </a:defRPr>
            </a:pPr>
            <a:r>
              <a:t>关键洞察</a:t>
            </a:r>
            <a:br/>
            <a:r>
              <a:t>→ 分工逻辑：各司其职，通过标准化接口协作</a:t>
            </a:r>
            <a:br/>
            <a:r>
              <a:t>→ 渐进部署：从单点智能体开始，逐步扩展协同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B0B0B0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70"/>
                </a:solidFill>
                <a:latin typeface="Times New Roman"/>
              </a:defRPr>
            </a:pPr>
            <a:r>
              <a:t>分阶段实施路径与里程碑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7760"/>
            <a:ext cx="3657600" cy="25400"/>
          </a:xfrm>
          <a:prstGeom prst="rect">
            <a:avLst/>
          </a:prstGeom>
          <a:noFill/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三阶段实施路线图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Arial"/>
              </a:defRPr>
            </a:pPr>
            <a:r>
              <a:t>• 第一阶段（1-3月）：数据治理与单点突破 — 统一数据标准，部署工况诊断智能体试点</a:t>
            </a:r>
            <a:br/>
            <a:r>
              <a:t>• 第二阶段（4-8月）：智能体协同与知识沉淀 — 打通油藏-工艺智能体联动，建立知识库</a:t>
            </a:r>
            <a:br/>
            <a:r>
              <a:t>• 第三阶段（9-12月）：全局优化与生态构建 — 六大智能体全面协同，输出标准化技能包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Arial"/>
              </a:defRPr>
            </a:pPr>
            <a:r>
              <a:t>关键洞察</a:t>
            </a:r>
            <a:br/>
            <a:r>
              <a:t>→ 阶段一目标：数据利用率从30%提升至70%</a:t>
            </a:r>
            <a:br/>
            <a:r>
              <a:t>→ 阶段二目标：决策响应时间从2周缩短至3天</a:t>
            </a:r>
            <a:br/>
            <a:r>
              <a:t>→ 阶段三目标：专家经验数字化率超过60%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关键成功因素与风险规避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Arial"/>
              </a:defRPr>
            </a:pPr>
            <a:r>
              <a:t>• 成功因素一：高层支持与组织变革 — 成立智能体推进办公室，明确权责</a:t>
            </a:r>
            <a:br/>
            <a:r>
              <a:t>• 成功因素二：数据治理先行 — 建立统一数据模型，打通系统孤岛</a:t>
            </a:r>
            <a:br/>
            <a:r>
              <a:t>• 成功因素三：人机协同设计 — AI推荐+专家确认，避免完全自动化风险</a:t>
            </a:r>
            <a:br/>
            <a:r>
              <a:t>• 风险规避：数据安全红线、模型可解释性、渐进式替代而非颠覆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Arial"/>
              </a:defRPr>
            </a:pPr>
            <a:r>
              <a:t>关键洞察</a:t>
            </a:r>
            <a:br/>
            <a:r>
              <a:t>→ 政策契合：符合中石油数字化转型三年行动计划</a:t>
            </a:r>
            <a:br/>
            <a:r>
              <a:t>→ 技术路线：机理+数据双驱动，保证科学性与实用性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B70"/>
                </a:solidFill>
                <a:latin typeface="Times New Roman"/>
              </a:defRPr>
            </a:pPr>
            <a:r>
              <a:t>从数据连接到经验传承，</a:t>
            </a:r>
            <a:br/>
            <a:r>
              <a:t>从单点优化到全局协同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  <a:latin typeface="Arial"/>
              </a:defRPr>
            </a:pPr>
            <a:r>
              <a:t>油气开采所的智能化转型，</a:t>
            </a:r>
            <a:br/>
            <a:r>
              <a:t>不是替代专家，而是让专家智慧流动起来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