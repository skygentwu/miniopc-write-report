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中石油勘探院报告分享</a:t>
            </a:r>
          </a:p>
          <a:p>
            <a:pPr>
              <a:spcBef>
                <a:spcPts val="2000"/>
              </a:spcBef>
              <a:defRPr sz="2800">
                <a:solidFill>
                  <a:srgbClr val="0099FF"/>
                </a:solidFill>
              </a:defRPr>
            </a:pPr>
            <a:r>
              <a:t>人工智能赋能勘探开发数智化转型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AI赋能勘探开发四大核心价值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F5F5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科研效率提升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600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文献检索效率↑10倍，报告生成时间↓80%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11277295" cy="1097280"/>
          </a:xfrm>
          <a:prstGeom prst="roundRect">
            <a:avLst/>
          </a:prstGeom>
          <a:solidFill>
            <a:srgbClr val="F5F5FA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9FF"/>
                </a:solidFill>
              </a:defRPr>
            </a:pPr>
            <a:r>
              <a:t>勘探成功率提升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880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AI辅助地质解释，圈闭识别准确率↑15%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77295" cy="1097280"/>
          </a:xfrm>
          <a:prstGeom prst="roundRect">
            <a:avLst/>
          </a:prstGeom>
          <a:solidFill>
            <a:srgbClr val="F5F5FA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t>开发成本降低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智能优化钻井方案，单井成本↓10-15%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1277295" cy="1097280"/>
          </a:xfrm>
          <a:prstGeom prst="roundRect">
            <a:avLst/>
          </a:prstGeom>
          <a:solidFill>
            <a:srgbClr val="F5F5FA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8B22"/>
                </a:solidFill>
              </a:defRPr>
            </a:pPr>
            <a:r>
              <a:t>安全环保保障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440679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智能监测预警，事故率↓40%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六大核心应用场景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1031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智能文献检索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6E6"/>
                </a:solidFill>
              </a:defRPr>
            </a:pPr>
            <a:r>
              <a:t>RAG技术+知识图谱，秒级定位历史资料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88720"/>
            <a:ext cx="3657600" cy="21031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4630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科研报告生成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031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6E6"/>
                </a:solidFill>
              </a:defRPr>
            </a:pPr>
            <a:r>
              <a:t>AI辅助撰写，自动图表制作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188720"/>
            <a:ext cx="3657600" cy="21031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630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地震资料解释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1031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6E6"/>
                </a:solidFill>
              </a:defRPr>
            </a:pPr>
            <a:r>
              <a:t>AI断层识别，层位自动追踪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657600" cy="21031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测井智能解释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6E6"/>
                </a:solidFill>
              </a:defRPr>
            </a:pPr>
            <a:r>
              <a:t>多曲线融合，储层参数计算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657600"/>
            <a:ext cx="3657600" cy="21031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油藏数值模拟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57200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6E6"/>
                </a:solidFill>
              </a:defRPr>
            </a:pPr>
            <a:r>
              <a:t>代理模型加速，方案智能优化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657600"/>
            <a:ext cx="3657600" cy="21031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钻井优化设计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57200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6E6"/>
                </a:solidFill>
              </a:defRPr>
            </a:pPr>
            <a:r>
              <a:t>地质工程一体化，参数智能推荐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AI赋能，智创未来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