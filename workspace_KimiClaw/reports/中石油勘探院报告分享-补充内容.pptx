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重点解决问题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对科研报告的润色，科学性逻辑性的整理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科研报告智能润色的核心技术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地质语言理解与专业术语校准</a:t>
            </a:r>
          </a:p>
          <a:p>
            <a:pPr>
              <a:spcAft>
                <a:spcPts val="1200"/>
              </a:spcAft>
              <a:defRPr sz="1800"/>
            </a:pPr>
            <a:r>
              <a:t>  - 基于大模型的地质专业语料训练，理解3000+专业术语</a:t>
            </a:r>
          </a:p>
          <a:p>
            <a:pPr>
              <a:spcAft>
                <a:spcPts val="1200"/>
              </a:spcAft>
              <a:defRPr sz="1800"/>
            </a:pPr>
            <a:r>
              <a:t>  - 自动识别术语使用不当、概念混淆问题</a:t>
            </a:r>
          </a:p>
          <a:p>
            <a:pPr>
              <a:spcAft>
                <a:spcPts val="1200"/>
              </a:spcAft>
              <a:defRPr sz="1800"/>
            </a:pPr>
            <a:r>
              <a:t>  - 智能推荐符合行业规范的表述方式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科学逻辑链校验</a:t>
            </a:r>
          </a:p>
          <a:p>
            <a:pPr>
              <a:spcAft>
                <a:spcPts val="1200"/>
              </a:spcAft>
              <a:defRPr sz="1800"/>
            </a:pPr>
            <a:r>
              <a:t>  - 基于知识图谱验证因果推理（沉积环境→储层特征→油气富集）</a:t>
            </a:r>
          </a:p>
          <a:p>
            <a:pPr>
              <a:spcAft>
                <a:spcPts val="1200"/>
              </a:spcAft>
              <a:defRPr sz="1800"/>
            </a:pPr>
            <a:r>
              <a:t>  - 数据支撑检查：核实论述是否有测井、地震、岩心数据支撑</a:t>
            </a:r>
          </a:p>
          <a:p>
            <a:pPr>
              <a:spcAft>
                <a:spcPts val="1200"/>
              </a:spcAft>
              <a:defRPr sz="1800"/>
            </a:pPr>
            <a:r>
              <a:t>  - 方法学合规性审查：确保符合SY/T等行业标准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报告结构化优化</a:t>
            </a:r>
          </a:p>
          <a:p>
            <a:pPr>
              <a:spcAft>
                <a:spcPts val="1200"/>
              </a:spcAft>
              <a:defRPr sz="1800"/>
            </a:pPr>
            <a:r>
              <a:t>  - 智能生成摘要：自动提取研究目的、方法、结论、建议</a:t>
            </a:r>
          </a:p>
          <a:p>
            <a:pPr>
              <a:spcAft>
                <a:spcPts val="1200"/>
              </a:spcAft>
              <a:defRPr sz="1800"/>
            </a:pPr>
            <a:r>
              <a:t>  - 图表智能标注：检查图件规范（比例尺、图例、坐标系）</a:t>
            </a:r>
          </a:p>
          <a:p>
            <a:pPr>
              <a:spcAft>
                <a:spcPts val="1200"/>
              </a:spcAft>
              <a:defRPr sz="1800"/>
            </a:pPr>
            <a:r>
              <a:t>  - 参考文献匹配：自动关联相关领域经典文献与最新成果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AI赋能科研场景 - 知识图谱构建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石油勘探专业知识图谱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【核心实体类型】</a:t>
            </a:r>
          </a:p>
          <a:p>
            <a:pPr>
              <a:spcAft>
                <a:spcPts val="1200"/>
              </a:spcAft>
              <a:defRPr sz="1800"/>
            </a:pPr>
            <a:r>
              <a:t>• 地质要素：层位、构造、岩性、沉积相</a:t>
            </a:r>
          </a:p>
          <a:p>
            <a:pPr>
              <a:spcAft>
                <a:spcPts val="1200"/>
              </a:spcAft>
              <a:defRPr sz="1800"/>
            </a:pPr>
            <a:r>
              <a:t>• 工程数据：测井曲线、地震属性、钻井参数</a:t>
            </a:r>
          </a:p>
          <a:p>
            <a:pPr>
              <a:spcAft>
                <a:spcPts val="1200"/>
              </a:spcAft>
              <a:defRPr sz="1800"/>
            </a:pPr>
            <a:r>
              <a:t>• 科研成果：论文、专利、报告、标准</a:t>
            </a:r>
          </a:p>
          <a:p>
            <a:pPr>
              <a:spcAft>
                <a:spcPts val="1200"/>
              </a:spcAft>
              <a:defRPr sz="1800"/>
            </a:pPr>
            <a:r>
              <a:t>• 专家经验：解释方法、判识标准、工作流程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【知识图谱应用场景】</a:t>
            </a:r>
          </a:p>
          <a:p>
            <a:pPr>
              <a:spcAft>
                <a:spcPts val="1200"/>
              </a:spcAft>
              <a:defRPr sz="1800"/>
            </a:pPr>
            <a:r>
              <a:t>• 智能问答：自然语言查询"东营凹陷沙三段储层特征"，自动关联文献与数据</a:t>
            </a:r>
          </a:p>
          <a:p>
            <a:pPr>
              <a:spcAft>
                <a:spcPts val="1200"/>
              </a:spcAft>
              <a:defRPr sz="1800"/>
            </a:pPr>
            <a:r>
              <a:t>• 推理辅助：输入"断层发育+砂体尖灭"，推理圈闭类型与成藏模式</a:t>
            </a:r>
          </a:p>
          <a:p>
            <a:pPr>
              <a:spcAft>
                <a:spcPts val="1200"/>
              </a:spcAft>
              <a:defRPr sz="1800"/>
            </a:pPr>
            <a:r>
              <a:t>• 知识发现：挖掘历史报告中的隐性关联，发现新的勘探线索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【建设路径】</a:t>
            </a:r>
          </a:p>
          <a:p>
            <a:pPr>
              <a:spcAft>
                <a:spcPts val="1200"/>
              </a:spcAft>
              <a:defRPr sz="1800"/>
            </a:pPr>
            <a:r>
              <a:t>结构化数据抽取 → 非结构化文本挖掘 → 专家经验固化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AI赋能科研场景 - 多学科协同研究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地质-物探-测井-油藏一体化智能平台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【数据融合中枢】</a:t>
            </a:r>
          </a:p>
          <a:p>
            <a:pPr>
              <a:spcAft>
                <a:spcPts val="1200"/>
              </a:spcAft>
              <a:defRPr sz="1800"/>
            </a:pPr>
            <a:r>
              <a:t>物探数据（地震）→ 地震反演 ↘</a:t>
            </a:r>
          </a:p>
          <a:p>
            <a:pPr>
              <a:spcAft>
                <a:spcPts val="1200"/>
              </a:spcAft>
              <a:defRPr sz="1800"/>
            </a:pPr>
            <a:r>
              <a:t>测井数据（曲线）→ 储层参数计算 → 多模态数据对齐 → 统一地质模型 → 智能综合解释</a:t>
            </a:r>
          </a:p>
          <a:p>
            <a:pPr>
              <a:spcAft>
                <a:spcPts val="1200"/>
              </a:spcAft>
              <a:defRPr sz="1800"/>
            </a:pPr>
            <a:r>
              <a:t>地质数据（岩心）→ 沉积环境分析 ↗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【协同工作模式】</a:t>
            </a:r>
          </a:p>
          <a:p>
            <a:pPr>
              <a:spcAft>
                <a:spcPts val="1200"/>
              </a:spcAft>
              <a:defRPr sz="1800"/>
            </a:pPr>
            <a:r>
              <a:t>• 地质学家：定义沉积模式与成藏规律</a:t>
            </a:r>
          </a:p>
          <a:p>
            <a:pPr>
              <a:spcAft>
                <a:spcPts val="1200"/>
              </a:spcAft>
              <a:defRPr sz="1800"/>
            </a:pPr>
            <a:r>
              <a:t>• 物探工程师：提供构造解释与属性分析</a:t>
            </a:r>
          </a:p>
          <a:p>
            <a:pPr>
              <a:spcAft>
                <a:spcPts val="1200"/>
              </a:spcAft>
              <a:defRPr sz="1800"/>
            </a:pPr>
            <a:r>
              <a:t>• 测井分析师：精细描述储层参数</a:t>
            </a:r>
          </a:p>
          <a:p>
            <a:pPr>
              <a:spcAft>
                <a:spcPts val="1200"/>
              </a:spcAft>
              <a:defRPr sz="1800"/>
            </a:pPr>
            <a:r>
              <a:t>• AI助手：整合多源信息，提供一致性检查与矛盾点提示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【案例：断块油气藏综合研究】</a:t>
            </a:r>
          </a:p>
          <a:p>
            <a:pPr>
              <a:spcAft>
                <a:spcPts val="1200"/>
              </a:spcAft>
              <a:defRPr sz="1800"/>
            </a:pPr>
            <a:r>
              <a:t>传统模式：各专业分头解释→人工整合→周期2-3个月</a:t>
            </a:r>
          </a:p>
          <a:p>
            <a:pPr>
              <a:spcAft>
                <a:spcPts val="1200"/>
              </a:spcAft>
              <a:defRPr sz="1800"/>
            </a:pPr>
            <a:r>
              <a:t>AI协同模式：同步数据输入→智能融合→周期2-3周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AI赋能科研场景 - 实验数据智能分析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岩心分析AI助手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【薄片鉴定智能化】</a:t>
            </a:r>
          </a:p>
          <a:p>
            <a:pPr>
              <a:spcAft>
                <a:spcPts val="1200"/>
              </a:spcAft>
              <a:defRPr sz="1800"/>
            </a:pPr>
            <a:r>
              <a:t>• 岩矿自动识别：基于深度学习的矿物分类，准确率达95%+</a:t>
            </a:r>
          </a:p>
          <a:p>
            <a:pPr>
              <a:spcAft>
                <a:spcPts val="1200"/>
              </a:spcAft>
              <a:defRPr sz="1800"/>
            </a:pPr>
            <a:r>
              <a:t>• 粒度分析自动化：替代人工目估，提供精确的粒度分布曲线</a:t>
            </a:r>
          </a:p>
          <a:p>
            <a:pPr>
              <a:spcAft>
                <a:spcPts val="1200"/>
              </a:spcAft>
              <a:defRPr sz="1800"/>
            </a:pPr>
            <a:r>
              <a:t>• 孔隙结构表征：CT扫描+AI重建，三维可视化储层微观结构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【地化数据挖掘】</a:t>
            </a:r>
          </a:p>
          <a:p>
            <a:pPr>
              <a:spcAft>
                <a:spcPts val="1200"/>
              </a:spcAft>
              <a:defRPr sz="1800"/>
            </a:pPr>
            <a:r>
              <a:t>• 烃源岩评价：自动计算S1、S2、Tmax等参数，生成评价图版</a:t>
            </a:r>
          </a:p>
          <a:p>
            <a:pPr>
              <a:spcAft>
                <a:spcPts val="1200"/>
              </a:spcAft>
              <a:defRPr sz="1800"/>
            </a:pPr>
            <a:r>
              <a:t>• 油源对比：指纹图谱智能匹配，快速判断原油成因与来源</a:t>
            </a:r>
          </a:p>
          <a:p>
            <a:pPr>
              <a:spcAft>
                <a:spcPts val="1200"/>
              </a:spcAft>
              <a:defRPr sz="1800"/>
            </a:pPr>
            <a:r>
              <a:t>• 成藏期次分析：基于流体包裹体数据的智能聚类与分期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【实验报告自动生成】</a:t>
            </a:r>
          </a:p>
          <a:p>
            <a:pPr>
              <a:spcAft>
                <a:spcPts val="1200"/>
              </a:spcAft>
              <a:defRPr sz="1800"/>
            </a:pPr>
            <a:r>
              <a:t>输入：实验原始数据 + 样品信息</a:t>
            </a:r>
          </a:p>
          <a:p>
            <a:pPr>
              <a:spcAft>
                <a:spcPts val="1200"/>
              </a:spcAft>
              <a:defRPr sz="1800"/>
            </a:pPr>
            <a:r>
              <a:t>输出：标准格式分析报告（含图件、表格、结论建议）</a:t>
            </a:r>
          </a:p>
          <a:p>
            <a:pPr>
              <a:spcAft>
                <a:spcPts val="1200"/>
              </a:spcAft>
              <a:defRPr sz="1800"/>
            </a:pPr>
            <a:r>
              <a:t>效率提升：从1天/份 → 10分钟/份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科研场景创新应用 - 智能文献综述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全球油气文献智能追踪与分析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【文献智能采集】</a:t>
            </a:r>
          </a:p>
          <a:p>
            <a:pPr>
              <a:spcAft>
                <a:spcPts val="1200"/>
              </a:spcAft>
              <a:defRPr sz="1800"/>
            </a:pPr>
            <a:r>
              <a:t>• 自动追踪OnePetro、GeoScienceWorld、知网等平台最新文献</a:t>
            </a:r>
          </a:p>
          <a:p>
            <a:pPr>
              <a:spcAft>
                <a:spcPts val="1200"/>
              </a:spcAft>
              <a:defRPr sz="1800"/>
            </a:pPr>
            <a:r>
              <a:t>• 基于研究主题的定向抓取：页岩气、深层油气、CCUS等</a:t>
            </a:r>
          </a:p>
          <a:p>
            <a:pPr>
              <a:spcAft>
                <a:spcPts val="1200"/>
              </a:spcAft>
              <a:defRPr sz="1800"/>
            </a:pPr>
            <a:r>
              <a:t>• 专利动态监控：跟踪中石化、中石油、壳牌等技术布局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【综述报告自动生成】</a:t>
            </a:r>
          </a:p>
          <a:p>
            <a:pPr>
              <a:spcAft>
                <a:spcPts val="1200"/>
              </a:spcAft>
              <a:defRPr sz="1800"/>
            </a:pPr>
            <a:r>
              <a:t>1. 主题聚类：将海量文献按研究方向自动分类</a:t>
            </a:r>
          </a:p>
          <a:p>
            <a:pPr>
              <a:spcAft>
                <a:spcPts val="1200"/>
              </a:spcAft>
              <a:defRPr sz="1800"/>
            </a:pPr>
            <a:r>
              <a:t>2. 趋势分析：识别研究热点演变（如从"致密油"到"页岩油"）</a:t>
            </a:r>
          </a:p>
          <a:p>
            <a:pPr>
              <a:spcAft>
                <a:spcPts val="1200"/>
              </a:spcAft>
              <a:defRPr sz="1800"/>
            </a:pPr>
            <a:r>
              <a:t>3. 技术路线图：绘制关键技术的成熟度曲线</a:t>
            </a:r>
          </a:p>
          <a:p>
            <a:pPr>
              <a:spcAft>
                <a:spcPts val="1200"/>
              </a:spcAft>
              <a:defRPr sz="1800"/>
            </a:pPr>
            <a:r>
              <a:t>4. 差距分析：对比国际前沿与院内研究水平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【示例输出】《2024年全球页岩油技术研究进展综述》</a:t>
            </a:r>
          </a:p>
          <a:p>
            <a:pPr>
              <a:spcAft>
                <a:spcPts val="1200"/>
              </a:spcAft>
              <a:defRPr sz="1800"/>
            </a:pPr>
            <a:r>
              <a:t>• 检索文献：3,247篇</a:t>
            </a:r>
          </a:p>
          <a:p>
            <a:pPr>
              <a:spcAft>
                <a:spcPts val="1200"/>
              </a:spcAft>
              <a:defRPr sz="1800"/>
            </a:pPr>
            <a:r>
              <a:t>• 核心主题：地质甜点多参数预测（23%）、压裂优化（18%）</a:t>
            </a:r>
          </a:p>
          <a:p>
            <a:pPr>
              <a:spcAft>
                <a:spcPts val="1200"/>
              </a:spcAft>
              <a:defRPr sz="1800"/>
            </a:pPr>
            <a:r>
              <a:t>• 技术趋势：人工智能在甜点预测中的应用增长300%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智能体的能力扩充 - Skills（技能）体系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石油勘探智能体技能库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【数据技能】测井数据读取 | 地震数据解析 | 数据库查询 | 数据清洗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【分析技能】曲线解释 | 地震属性计算 | 储层参数计算 | 压力预测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【可视化技能】剖面绘制 | 平面成图 | 三维展示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【报告技能】模板生成 | 图表插入 | 文献引用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【技能调用示例】</a:t>
            </a:r>
          </a:p>
          <a:p>
            <a:pPr>
              <a:spcAft>
                <a:spcPts val="1200"/>
              </a:spcAft>
              <a:defRPr sz="1800"/>
            </a:pPr>
            <a:r>
              <a:t>用户指令："分析A井的储层特征并生成解释报告"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智能体执行：</a:t>
            </a:r>
          </a:p>
          <a:p>
            <a:pPr>
              <a:spcAft>
                <a:spcPts val="1200"/>
              </a:spcAft>
              <a:defRPr sz="1800"/>
            </a:pPr>
            <a:r>
              <a:t>1. 读取测井数据 → 2. 曲线解释识别储层 → 3. 计算储层参数</a:t>
            </a:r>
          </a:p>
          <a:p>
            <a:pPr>
              <a:spcAft>
                <a:spcPts val="1200"/>
              </a:spcAft>
              <a:defRPr sz="1800"/>
            </a:pPr>
            <a:r>
              <a:t>4. 综合评价 → 5. 绘制成果图 → 6. 生成报告 → 7. 插入图件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【技能扩展机制】支持Python/MATLAB代码封装，院内共享避免重复开发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实施路径与行动建议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中石油勘探院AI转型三步走战略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【第一阶段：筑基期（0-6个月）——速赢场景突破】</a:t>
            </a:r>
          </a:p>
          <a:p>
            <a:pPr>
              <a:spcAft>
                <a:spcPts val="1200"/>
              </a:spcAft>
              <a:defRPr sz="1800"/>
            </a:pPr>
            <a:r>
              <a:t>• 数据治理：梳理历史报告、建立语料库规范（50TB+数据）</a:t>
            </a:r>
          </a:p>
          <a:p>
            <a:pPr>
              <a:spcAft>
                <a:spcPts val="1200"/>
              </a:spcAft>
              <a:defRPr sz="1800"/>
            </a:pPr>
            <a:r>
              <a:t>• 平台建设：部署大模型推理环境、搭建智能体平台</a:t>
            </a:r>
          </a:p>
          <a:p>
            <a:pPr>
              <a:spcAft>
                <a:spcPts val="1200"/>
              </a:spcAft>
              <a:defRPr sz="1800"/>
            </a:pPr>
            <a:r>
              <a:t>• 场景试点：选择3-5个高价值场景，效率提升50%+</a:t>
            </a:r>
          </a:p>
          <a:p>
            <a:pPr>
              <a:spcAft>
                <a:spcPts val="1200"/>
              </a:spcAft>
              <a:defRPr sz="1800"/>
            </a:pPr>
            <a:r>
              <a:t>• 人才培养：开展AI通识培训，培养50名复合人才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【第二阶段：深化期（6-18个月）——核心业务赋能】</a:t>
            </a:r>
          </a:p>
          <a:p>
            <a:pPr>
              <a:spcAft>
                <a:spcPts val="1200"/>
              </a:spcAft>
              <a:defRPr sz="1800"/>
            </a:pPr>
            <a:r>
              <a:t>• 模型优化：基于院内数据微调专业大模型</a:t>
            </a:r>
          </a:p>
          <a:p>
            <a:pPr>
              <a:spcAft>
                <a:spcPts val="1200"/>
              </a:spcAft>
              <a:defRPr sz="1800"/>
            </a:pPr>
            <a:r>
              <a:t>• 场景扩展：覆盖科研、生产、管理全链条，落地20+场景</a:t>
            </a:r>
          </a:p>
          <a:p>
            <a:pPr>
              <a:spcAft>
                <a:spcPts val="1200"/>
              </a:spcAft>
              <a:defRPr sz="1800"/>
            </a:pPr>
            <a:r>
              <a:t>• 系统集成：与梦想云、PCS等系统深度对接</a:t>
            </a:r>
          </a:p>
          <a:p>
            <a:pPr>
              <a:spcAft>
                <a:spcPts val="1200"/>
              </a:spcAft>
              <a:defRPr sz="1800"/>
            </a:pPr>
            <a:r>
              <a:t>• 生态构建：引入外部合作伙伴、建立技术标准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【第三阶段：引领期（18-36个月）——行业标杆打造】</a:t>
            </a:r>
          </a:p>
          <a:p>
            <a:pPr>
              <a:spcAft>
                <a:spcPts val="1200"/>
              </a:spcAft>
              <a:defRPr sz="1800"/>
            </a:pPr>
            <a:r>
              <a:t>• 自主创新：研发自主可控核心技术，申请专利20+项</a:t>
            </a:r>
          </a:p>
          <a:p>
            <a:pPr>
              <a:spcAft>
                <a:spcPts val="1200"/>
              </a:spcAft>
              <a:defRPr sz="1800"/>
            </a:pPr>
            <a:r>
              <a:t>• 规模推广：全院推广，AI工具日活用户达1000+</a:t>
            </a:r>
          </a:p>
          <a:p>
            <a:pPr>
              <a:spcAft>
                <a:spcPts val="1200"/>
              </a:spcAft>
              <a:defRPr sz="1800"/>
            </a:pPr>
            <a:r>
              <a:t>• 标准输出：牵头制定行业标准、发布白皮书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拥抱AI，智创未来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让AI成为每一位石油科研工作者的智能助手\n开启\'数据驱动、知识赋能\'的科研新范式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