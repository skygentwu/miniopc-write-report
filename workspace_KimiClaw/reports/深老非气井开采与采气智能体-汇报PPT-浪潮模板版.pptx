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33333"/>
                </a:solidFill>
                <a:latin typeface="微软雅黑"/>
              </a:defRPr>
            </a:pPr>
            <a:r>
              <a:t>"深老非"气井开采</a:t>
            </a:r>
            <a:br/>
            <a:r>
              <a:t>与采气智能体解决方案</a:t>
            </a:r>
          </a:p>
          <a:p>
            <a:pPr algn="l">
              <a:spcBef>
                <a:spcPts val="2000"/>
              </a:spcBef>
              <a:defRPr sz="2800">
                <a:solidFill>
                  <a:srgbClr val="666666"/>
                </a:solidFill>
                <a:latin typeface="微软雅黑"/>
              </a:defRPr>
            </a:pPr>
            <a:r>
              <a:t>深层·老气田·非常规气田智能化转型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  <a:latin typeface="微软雅黑"/>
              </a:defRPr>
            </a:pPr>
            <a:r>
              <a:t>01  背景与概念 - "深老非"三类气田特征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  <a:latin typeface="微软雅黑"/>
              </a:defRPr>
            </a:pPr>
            <a:r>
              <a:t>02  深层超深层 - 万米级高温高压生产参数寻优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  <a:latin typeface="微软雅黑"/>
              </a:defRPr>
            </a:pPr>
            <a:r>
              <a:t>03  老气田 - 低压低产井动态优化排采工艺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  <a:latin typeface="微软雅黑"/>
              </a:defRPr>
            </a:pPr>
            <a:r>
              <a:t>04  非常规气田 - 复杂水平井网管控与全生命周期管理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  <a:latin typeface="微软雅黑"/>
              </a:defRPr>
            </a:pPr>
            <a:r>
              <a:t>05  采气智能体解决方案</a:t>
            </a:r>
          </a:p>
          <a:p>
            <a:pPr>
              <a:spcAft>
                <a:spcPts val="1600"/>
              </a:spcAft>
              <a:defRPr sz="2400">
                <a:solidFill>
                  <a:srgbClr val="333333"/>
                </a:solidFill>
                <a:latin typeface="微软雅黑"/>
              </a:defRPr>
            </a:pPr>
            <a:r>
              <a:t>06  标杆案例与效益分析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背景与概念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"深老非"定义与行业痛点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【"深老非"定义】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深层/超深层：埋深超过6000m，万米级特深层，超高温(&gt;200°C)、超高压(&gt;200MPa)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老气田：开发年限&gt;10年，进入中后期，地层压力降低、产量递减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非常规气田：页岩气、煤层气、致密气等，低渗透、低丰度、需大规模压裂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【行业痛点】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深层超深层：单井投资超1亿元，井温超230°C、压力超200MPa，事故风险高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老气田：综合递减率高达20-30%，低压低产井占比超50%，人工维护成本高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非常规气田：单井产量低（日均&lt;3000m³），压裂效果难预测，生产制度优化难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【资源占比】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深层超深层资源约占全国油气资源总量1/3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已开发气田&gt;60%进入老气田阶段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非常规天然气产量占比&gt;50%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深层超深层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万米级高温高压生产参数寻优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【技术挑战】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井底温度：210-260°C（相当于岩浆温度的25%）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井底压力：138-245MPa（相当于2个马里亚纳海沟压力）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设备耐温极限需突破300°C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【关键技术突破】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▎超高温高压测井技术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中国石油"经纬视界"系列：耐温260°C/耐压206MPa，技术指标国内最高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已应用18口超深井，测井时效提升25%，资料采集率提高22%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▎万米级钻完井技术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全球首台1.2万米自动化钻机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抗高温(≥240°C)聚合物水基钻井液，抗220°C高温水泥浆体系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深地塔科1井：成功钻至10910米，刷新全球陆上万米深井钻探纪录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深层超深层 · 技术突破（续）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▎超高温射孔技术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"先锋"超高温超高压射孔器：耐温260°C/72h，耐压245MPa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穿深达829mm，超越国际标准57%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▎智能化应用方向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钻头磨损预测与钻参优化：基于机器学习的钻头寿命预测模型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井下故障预警：卡钻、漏失、溢流等风险提前预警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地质导向实时优化：随钻测井数据实时分析，调整钻井轨迹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【典型案例】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深地塔科1井：10910米全球陆上最深井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中国石化"深地工程"：攻克8000米以上超深井近50井次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老气田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低压低产井动态优化排采工艺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【技术挑战】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气井压力低于外输压力，无法自喷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井筒积液严重，影响产能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单井管理成本高，人工巡检效率低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【排水采气工艺体系】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泡沫排水：产水量&lt;50m³/d，有效率89.6%（大牛地气田）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柱塞气举：产水量50-200m³/d，日增气5万m³（苏里格气田）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速度管柱：低压低产井，携液能力提升30%（涪陵页岩气）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机抽排水：产水量&gt;200m³/d，深井适用（元坝气田）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气举排水：高气液比井，无需井下设备（普光气田）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老气田 · 智能排采技术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【老井挖潜技术】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侧钻水平井：动用剩余储量，单井日产2.7万m³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查层补孔：纵向拓层，增加动用储量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储层解堵：蒸汽脉冲解堵，复活停产井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【智能间开技术】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根据"水气比"分类管理：低/中/高水气比差异化措施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智能柱塞控制+井口智控阀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13口井实现自动化间开，减少水淹"假死"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【AI应用方向】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气井积液预警模型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最优开关井时机预测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排采工艺智能推荐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产量递减趋势预测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非常规气田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复杂水平井网管控与全生命周期管理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【技术挑战】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水平段长达2500米（国内纪录）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压裂段数多（单井30-60段）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裂缝网络复杂，生产制度难优化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【关键技术体系】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▎地质工程一体化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地震数据+钻压采信息实时融合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三维储层建模+工业化建模技术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▎水平井优快钻井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一趟钻技术：水平段一次完成比例80%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钻井周期从32天缩短至30天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▎缝网体积压裂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"工厂化"拉链式压裂：日压裂6段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微地震实时监测：裂缝长度精度90%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非常规气田 · 全生命周期采气工艺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【深层煤岩气技术演进】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单井EUR：从5594万m³提升至6000万m³（+7.3%）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首年递减率：从38%降至33%（-5%）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水平段长：从1204m提升至1500m（+24.6%）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钻井周期：从32天缩短至30天（-6.3%）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压裂周期：从7.5天缩短至6.0天（-20%）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【AI应用方向】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压裂参数智能优化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裂缝扩展实时模拟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生产制度动态优化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EUR预测与井位部署优化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采气智能体解决方案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智能体架构设计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【三层架构】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▎感知层智能体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数据接入与预处理：振动、温度、压力、流量传感器数据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边缘计算：实时数据处理与特征提取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▎决策层智能体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知识图谱 + 大模型 + 专家系统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方案生成与优化：基于深度学习的决策推荐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▎执行层智能体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自动调控：远程控制与闭环优化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人机协同：异常情况人工介入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五大核心智能体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【① 钻井优化智能体】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功能：轨迹优化、钻参推荐、风险预警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效果：钻井效率↑20%，事故率↓50%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【② 压裂优化智能体】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功能：压裂参数优化、裂缝模拟、效果预测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效果：单井产量↑15%，压裂成本↓10%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【③ 生产优化智能体】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功能：制度优化、配产决策、能耗管理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效果：采收率↑2-5%，能耗↓15%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【④ 设备健康管理智能体】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功能：故障预测、寿命评估、维护决策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效果：非计划停机↓30%，维护成本↓25%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【⑤ 安全巡检智能体】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功能：风险识别、预警推送、应急指挥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效果：事故率↓40%，巡检效率↑50%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技术实现路径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【第一阶段：数据基础（0-6个月）】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部署传感器网络（振动、温度、压力、流量）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建设数据中台，实现数据统一治理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接入历史数据，建立训练数据集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【第二阶段：模型构建（6-12个月）】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训练故障诊断模型、产量预测模型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构建知识图谱，沉淀专家经验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开发智能体原型，现场试验验证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【第三阶段：规模推广（12-24个月）】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覆盖全部关键设备与重点气井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实现多智能体协同、自主决策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持续优化模型，提升准确率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微软雅黑"/>
              </a:defRPr>
            </a:pPr>
            <a:r>
              <a:t>标杆案例与效益分析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标杆案例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【深层超深层：深地塔科1井】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深度10910米，全球陆上最深井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1.2万米自动化钻机+260°C超高温测井仪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【老气田：苏里格气田】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年产300亿m³致密气田，低压低产井占比50%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泡沫排水+柱塞气举+智能间开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综合递减率从32%降至7%，稳产6年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【非常规气田：大吉气田】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中国首个百万吨油气当量深层煤岩气田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地质工程一体化+缝网体积压裂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日产气量突破650万m³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【涪陵页岩气田】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国家级页岩气示范区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累计产量超1亿m³平台达9个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投资效益分析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【投资估算（中型气田）】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传感器网络：50-100万/井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数据中台：500-1000万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AI平台：300-500万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智能体开发：200-500万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系统集成：100-200万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合计：1200-2300万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【直接效益】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单井产量提升：10-20%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采收率提升：2-5%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维护成本降低：20-30%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非计划停机减少：30-50%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【投资回报期】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中型气田：2-3年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大型气田：1-2年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发展趋势与建议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【技术趋势】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工业大模型应用：构建油气行业专属大模型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数字孪生深化：从单井向气田级、集团级演进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多智能体协同：钻井-压裂-生产全流程智能协同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边缘智能部署：毫秒级响应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【实施建议】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深层超深层：重点突破高温高压传感器可靠性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老气田：优先部署低压低产井智能排采系统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非常规气田：建设地质工程一体化智能平台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  <a:latin typeface="微软雅黑"/>
              </a:defRPr>
            </a:pPr>
            <a:r>
              <a:t>【风险与对策】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数据质量：建立数据治理体系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模型准确性：持续迭代优化，人机协同决策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  • 人员接受度：加强培训，从辅助工具切入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33333"/>
                </a:solidFill>
                <a:latin typeface="微软雅黑"/>
              </a:defRPr>
            </a:pPr>
            <a:r>
              <a:t>谢谢</a:t>
            </a:r>
          </a:p>
          <a:p>
            <a:pPr algn="l">
              <a:spcBef>
                <a:spcPts val="2000"/>
              </a:spcBef>
              <a:defRPr sz="2800">
                <a:solidFill>
                  <a:srgbClr val="666666"/>
                </a:solidFill>
                <a:latin typeface="微软雅黑"/>
              </a:defRPr>
            </a:pPr>
            <a:r>
              <a:t>AI赋能油气开采  智创能源未来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