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石油开采AI技术与智能体场景</a:t>
            </a:r>
          </a:p>
          <a:p>
            <a:pPr>
              <a:spcBef>
                <a:spcPts val="2000"/>
              </a:spcBef>
              <a:defRPr sz="2600">
                <a:solidFill>
                  <a:srgbClr val="0099FF"/>
                </a:solidFill>
              </a:defRPr>
            </a:pPr>
            <a:r>
              <a:t>从智能钻井到无人油田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六大智能体应用场景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77295" cy="8229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钻井优化智能体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17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轨迹优化、风险预测、效率↑20%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1277295" cy="82296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压裂施工智能体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31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参数优化、裂缝模拟、产量↑12%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11277295" cy="8229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79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设备健康管理智能体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46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故障预测、寿命评估、停机↓30%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1277295" cy="82296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生产优化智能体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60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油藏分析、制度优化、采收率↑5%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11277295" cy="822960"/>
          </a:xfrm>
          <a:prstGeom prst="round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安全巡检智能体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074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多模态感知、自主巡检、事故↓40%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11277295" cy="822960"/>
          </a:xfrm>
          <a:prstGeom prst="round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应急指挥智能体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989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态势感知、资源调度、响应↑50%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标杆企业应用案例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41148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中石化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Idrilling应龙系统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钻井提速15%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743200" cy="41148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743200" cy="7315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中石油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梦想云平台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4747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99FF"/>
                </a:solidFill>
              </a:defRPr>
            </a:pPr>
            <a:r>
              <a:t>勘探效率↑30%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371600"/>
            <a:ext cx="2743200" cy="41148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463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壳牌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智能油田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747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</a:defRPr>
            </a:pPr>
            <a:r>
              <a:t>采收率↑5%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2743200" cy="411480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371600"/>
            <a:ext cx="2743200" cy="7315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463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沙特阿美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2860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Metabrain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47472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8080"/>
                </a:solidFill>
              </a:defRPr>
            </a:pPr>
            <a:r>
              <a:t>年节约1亿美元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智能油田，未来已来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