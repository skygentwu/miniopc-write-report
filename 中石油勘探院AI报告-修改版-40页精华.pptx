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33333"/>
                </a:solidFill>
                <a:latin typeface="微软雅黑"/>
              </a:defRPr>
            </a:pPr>
            <a:r>
              <a:t>驱动未来：AI大模型重塑石油勘探</a:t>
            </a:r>
          </a:p>
          <a:p>
            <a:pPr algn="l">
              <a:spcBef>
                <a:spcPts val="1600"/>
              </a:spcBef>
              <a:defRPr sz="2600">
                <a:solidFill>
                  <a:srgbClr val="666666"/>
                </a:solidFill>
                <a:latin typeface="微软雅黑"/>
              </a:defRPr>
            </a:pPr>
            <a:r>
              <a:t>中石油勘探开发研究院数智化转型战略方案 · 修改版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【第一部分】人工智能发展新趋势（精简至5大核心洞察）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【第二部分】石油行业AI应用案例（3个专属案例）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案例1：地震资料智能解释与储层预测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案例2：智能钻井风险预警与优化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案例3：油气藏数值模拟智能加速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【第三部分】中石油勘探领域专属方案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昆仑大模型对接与融合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数据资产盘点与治理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【第四部分】应用场景与实施路径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五大AI应用场景（量化ROI）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2025-2028分阶段实施路线图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人工智能发展新趋势（精简版）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核心洞察1：AI经济影响深远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【全球预测】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2030年AI全球经济影响：22.3万亿美元（占全球GDP 3.7%）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数据来源：IDC Macroeconomic Center, March 2025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【能源行业机遇】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AI在能源勘探开发领域应用仍处于早期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国际油服巨头已全面布局：斯伦贝谢150+AI应用、BP上游可靠性97%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中国石油：昆仑大模型启动，行业AI应用拐点已至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核心洞察2：从自动化到自主伙伴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【技术演进】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感知AI → 生成式AI → Agentic AI（智能体时代）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AI正从"自动化工具"升级为"自主业务伙伴"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【油服企业实践】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斯伦贝谢：Lumi数据与AI平台，覆盖钻井、生产、维护全链条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BP：AI避免10%产能损失，新勘探记录12个发现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壳牌：世界经济论坛"数字化转型灯塔工厂"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【启示】石油行业正从"数字化"迈向"智能化"拐点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核心洞察3：大模型+多模态能力跃升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【模型密集发布】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2025-2026年：DeepSeek、豆包、千问、GPT-5等20余款模型迭代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趋势：高效稀疏架构、长上下文、多模态融合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【多模态驱动升级】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跨模态语义理解：同时分析文本、图像、时序数据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应用：地震资料解释（波形+地质图+文本描述）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复杂文档处理：技术报告、标准规范智能理解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核心洞察4：智能体(AI Agent)时代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【定义】智能体 = 大模型+工具调用+自主规划执行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【演进路径】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过去：AI给建议（Chat模式）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现在：AI执行步骤、产出文件（Cowork/Manus模式）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【石油行业应用】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地震解释智能体：自动完成从数据加载到成果图件生成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钻井优化智能体：实时监控→风险预警→参数调整建议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知识管理智能体：文献检索→知识提炼→报告生成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核心洞察5：开源生态与成本下降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【开源平权】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开源与闭源模型差距从8%缩小至1.7%（2024-2025）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未来格局：开源基础模型+商业服务双轨并行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【成本快速下降】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API成本年降9-900倍（Epoch AI估计）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DeepSeek：0.2元/百万tokens（输入）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阿里Qwen：0.5元/百万tokens（输入）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【启示】企业AI应用门槛大幅降低，规模化落地时机成熟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石油行业AI应用案例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案例1：地震资料智能解释与储层预测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【国际对标：斯伦贝谢Lumi平台】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数据处理速度提升：5-10倍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地质成像分辨率：更高精度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勘探成效：助力BP实现12个新发现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【技术方案：海岳大模型适配】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海岳-70B垂域模型，支持地震数据多模态理解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知识图谱：融合地质规律+专家经验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【建议试点场景】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初至波自动拾取、断层智能识别、储层参数预测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  <a:latin typeface="微软雅黑"/>
              </a:defRPr>
            </a:pPr>
            <a:r>
              <a:t>→ 预期：解释效率↑60-80%，新井成功率↑15%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案例2：智能钻井风险预警与优化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【国际实践】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BP：钻井溢流预警检测率90%，大幅减少井下意外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斯伦贝谢：150个AI应用覆盖钻井风险预测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【技术方案】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实时数据融合：钻压、转速、扭矩、泥浆参数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AI预测模型：井壁失稳、井漏、井喷风险早期识别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知识图谱：历史事故案例关联分析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【建议试点场景】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复杂井况实时监测（深井、超深井&gt;6000m）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钻井参数智能优化（钻速vs风险平衡）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  <a:latin typeface="微软雅黑"/>
              </a:defRPr>
            </a:pPr>
            <a:r>
              <a:t>→ 预期：NPT↓25%，事故预警提前30-60分钟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案例3：油气藏数值模拟智能加速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【业务痛点】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传统数模：地质建模→数模计算→方案优化，迭代周期数周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后果：错过最佳投产时机，"带病"决策增加风险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【AI解决方案：代理模型】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AI学习物理方程+历史数据，构建Surrogate Model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计算时间：从数周→分钟级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实时优化：井网部署、配产配注动态调整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【对标实践】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BP：强化学习应用于水力压裂等复杂作业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预期：方案迭代效率↑10倍，采收率↑1-3%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中石油勘探领域专属方案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昆仑大模型对接与融合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【昆仑大模型现状】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2024年启动建设，能源化工行业首个行业大模型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目标：覆盖油气勘探、炼油化工、销售全产业链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【海岳大模型对接路径】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基础设施层：昇腾910B算力适配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数据层：勘探院专属知识库与集团数据湖对齐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模型层：海岳-70B作为垂域模型补充昆仑通用模型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应用层：开发勘探专属智能体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【具体对接内容】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数据标准：SEGY、LAS格式标准化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知识融合：海岳石油知识库注入昆仑模型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中石油勘探院数据资产盘点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【数据资产框架】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地震数据：XX TB（构造解释、储层预测）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测井数据：XX TB（储层评价、产能预测）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地质资料：XX 万口井（沉积相分析）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生产数据：XX 年历史（开发优化）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文献专利：XX 万篇（知识检索）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【数据治理三步走】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Step 1（3个月）：数据标准化、质量评估、历史数据清洗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Step 2（6个月）：知识图谱构建、专家经验显性化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Step 3（持续）：安全管控、分级分类访问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应用场景与实施路径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场景1：地震资料智能解释 - ROI测算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【业务痛点】解释周期长、依赖专家、新人培养慢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【AI方案】初至波自动拾取+断层识别+储层预测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【投入产出】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投入：180万/年（算力100万+治理50万+实施30万）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收益：效率↑70%，人员需求↓50%，新井成功率↑15%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投资回收期：12-18个月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【实施建议】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难度：★★★☆☆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试点：选成熟油田，对比AI解释vs传统解释效果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场景2：钻井风险智能预警 - ROI测算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【业务痛点】复杂井况事故频发、NPT高、损失大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【AI方案】实时监测+风险预测+处置建议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【投入产出】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投入：170万（边缘设备50万+模型80万+集成40万）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收益：NPT↓25%，事故率↓40%，单井成本↓12%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投资回收期：8-12个月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【实施建议】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难度：★★★★☆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试点：深井/超深井集中区块先行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场景3：数值模拟智能加速 - ROI测算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【业务痛点】数模计算周期长、方案迭代慢、错过最佳时机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【AI方案】AI代理模型+实时优化+数字孪生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【投入产出】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投入：240万（算力80万+模型100万+数据60万）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收益：计算从天→分钟，迭代效率↑10倍，采收率↑1-3%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投资回收期：18-24个月（长期收益显著）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【实施建议】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难度：★★★★★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试点：开发中后期油田，验证剩余油预测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场景4+5：设备维护+碳排放优化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【场景4：设备预测性维护】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投入：110万 | 收益：寿命↑30%，停机↓35% | 回收期：6-9个月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难度：★★☆☆☆ | 建议：电潜泵、抽油机先行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【场景5：碳排放智能监测（探索性）】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投入：120万 | 收益：能耗↓8-12%，绿色油气品牌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回收期：12-18个月（含政策收益）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难度：★★★☆☆ | 建议：能耗大户区块试点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【综合评估】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短期见效：设备维护、钻井预警（6-12个月回收）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中期价值：地震解释、碳排放优化（12-18个月）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长期战略：数值模拟加速（18-24个月，收益最大）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分阶段实施路线图（2025-2028）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【2025 试点期】投入300万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完成数据资产盘点，启动标准化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1-2个场景POC（建议：设备维护+钻井预警）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3-6个月验证可行性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【2026 推广期】投入800万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扩展至5-8个场景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知识库完善，多场景并行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【2027 深化期】投入1500万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全院推广，AI原生架构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跨场景协同，业务重塑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【2028 成熟期】投入2000万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自主智能体协同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行业标杆，核心竞争力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2025年行动路线图（详细）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【Q2：基础准备】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完成数据资产盘点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组建项目团队（院领导挂帅+浪潮+业务专家）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确定试点场景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【Q3：POC开发】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启动数据治理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试点场景开发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3个月交付验证版本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【Q4：评估推广】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评估试点效果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制定2026推广计划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总结最佳实践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33333"/>
                </a:solidFill>
                <a:latin typeface="微软雅黑"/>
              </a:defRPr>
            </a:pPr>
            <a:r>
              <a:t>谢谢！</a:t>
            </a:r>
          </a:p>
          <a:p>
            <a:pPr algn="l">
              <a:spcBef>
                <a:spcPts val="1600"/>
              </a:spcBef>
              <a:defRPr sz="2600">
                <a:solidFill>
                  <a:srgbClr val="666666"/>
                </a:solidFill>
                <a:latin typeface="微软雅黑"/>
              </a:defRPr>
            </a:pPr>
            <a:r>
              <a:t>浪潮数字企业有限公司  2026年3月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